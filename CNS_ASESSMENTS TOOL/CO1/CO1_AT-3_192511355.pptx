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7969A-8FC3-4D83-A9CF-54FA82971A72}" v="21" dt="2026-10-10T14:37:15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vathimakesh@gmail.com" userId="df81dba8e6badd0d" providerId="LiveId" clId="{A246DA7B-39BC-471B-B43F-B7A2DB919B3D}"/>
    <pc:docChg chg="undo custSel modSld sldOrd">
      <pc:chgData name="parvathimakesh@gmail.com" userId="df81dba8e6badd0d" providerId="LiveId" clId="{A246DA7B-39BC-471B-B43F-B7A2DB919B3D}" dt="2026-10-10T14:41:01.425" v="294" actId="1076"/>
      <pc:docMkLst>
        <pc:docMk/>
      </pc:docMkLst>
      <pc:sldChg chg="addSp modSp mod">
        <pc:chgData name="parvathimakesh@gmail.com" userId="df81dba8e6badd0d" providerId="LiveId" clId="{A246DA7B-39BC-471B-B43F-B7A2DB919B3D}" dt="2026-10-10T14:33:59.670" v="270" actId="255"/>
        <pc:sldMkLst>
          <pc:docMk/>
          <pc:sldMk cId="0" sldId="256"/>
        </pc:sldMkLst>
        <pc:spChg chg="add mod">
          <ac:chgData name="parvathimakesh@gmail.com" userId="df81dba8e6badd0d" providerId="LiveId" clId="{A246DA7B-39BC-471B-B43F-B7A2DB919B3D}" dt="2026-10-10T14:28:28.941" v="195" actId="1076"/>
          <ac:spMkLst>
            <pc:docMk/>
            <pc:sldMk cId="0" sldId="256"/>
            <ac:spMk id="2" creationId="{CE851D47-82E5-4939-04C3-984902BDF010}"/>
          </ac:spMkLst>
        </pc:spChg>
        <pc:spChg chg="mod">
          <ac:chgData name="parvathimakesh@gmail.com" userId="df81dba8e6badd0d" providerId="LiveId" clId="{A246DA7B-39BC-471B-B43F-B7A2DB919B3D}" dt="2026-10-10T14:33:59.670" v="270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rvathimakesh@gmail.com" userId="df81dba8e6badd0d" providerId="LiveId" clId="{A246DA7B-39BC-471B-B43F-B7A2DB919B3D}" dt="2026-10-10T14:33:26.595" v="265" actId="20577"/>
          <ac:spMkLst>
            <pc:docMk/>
            <pc:sldMk cId="0" sldId="256"/>
            <ac:spMk id="5" creationId="{4E24A9B3-BC82-BC89-20A4-8E8BEF17D004}"/>
          </ac:spMkLst>
        </pc:spChg>
        <pc:spChg chg="mod">
          <ac:chgData name="parvathimakesh@gmail.com" userId="df81dba8e6badd0d" providerId="LiveId" clId="{A246DA7B-39BC-471B-B43F-B7A2DB919B3D}" dt="2026-10-10T14:33:34.704" v="266" actId="20577"/>
          <ac:spMkLst>
            <pc:docMk/>
            <pc:sldMk cId="0" sldId="256"/>
            <ac:spMk id="8" creationId="{4C37C925-9AB3-184C-E3E6-5AD0877CE5C2}"/>
          </ac:spMkLst>
        </pc:spChg>
      </pc:sldChg>
      <pc:sldChg chg="addSp delSp modSp mod">
        <pc:chgData name="parvathimakesh@gmail.com" userId="df81dba8e6badd0d" providerId="LiveId" clId="{A246DA7B-39BC-471B-B43F-B7A2DB919B3D}" dt="2026-10-09T18:21:08.346" v="141" actId="14100"/>
        <pc:sldMkLst>
          <pc:docMk/>
          <pc:sldMk cId="0" sldId="257"/>
        </pc:sldMkLst>
        <pc:spChg chg="mod">
          <ac:chgData name="parvathimakesh@gmail.com" userId="df81dba8e6badd0d" providerId="LiveId" clId="{A246DA7B-39BC-471B-B43F-B7A2DB919B3D}" dt="2026-10-07T15:57:29.111" v="46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parvathimakesh@gmail.com" userId="df81dba8e6badd0d" providerId="LiveId" clId="{A246DA7B-39BC-471B-B43F-B7A2DB919B3D}" dt="2026-10-09T17:58:09.521" v="73" actId="255"/>
          <ac:spMkLst>
            <pc:docMk/>
            <pc:sldMk cId="0" sldId="257"/>
            <ac:spMk id="4" creationId="{1B7DAC0B-F8B5-EACD-84C6-1DBC61A673C9}"/>
          </ac:spMkLst>
        </pc:spChg>
        <pc:picChg chg="del">
          <ac:chgData name="parvathimakesh@gmail.com" userId="df81dba8e6badd0d" providerId="LiveId" clId="{A246DA7B-39BC-471B-B43F-B7A2DB919B3D}" dt="2026-10-09T18:20:52.716" v="136" actId="478"/>
          <ac:picMkLst>
            <pc:docMk/>
            <pc:sldMk cId="0" sldId="257"/>
            <ac:picMk id="7" creationId="{F2BB8DE6-0532-B55D-153C-22F61F61FA32}"/>
          </ac:picMkLst>
        </pc:picChg>
        <pc:picChg chg="add mod">
          <ac:chgData name="parvathimakesh@gmail.com" userId="df81dba8e6badd0d" providerId="LiveId" clId="{A246DA7B-39BC-471B-B43F-B7A2DB919B3D}" dt="2026-10-09T18:21:08.346" v="141" actId="14100"/>
          <ac:picMkLst>
            <pc:docMk/>
            <pc:sldMk cId="0" sldId="257"/>
            <ac:picMk id="8" creationId="{430713AD-4A11-7D85-5E7F-AE74D7931D59}"/>
          </ac:picMkLst>
        </pc:picChg>
      </pc:sldChg>
      <pc:sldChg chg="addSp delSp modSp mod ord">
        <pc:chgData name="parvathimakesh@gmail.com" userId="df81dba8e6badd0d" providerId="LiveId" clId="{A246DA7B-39BC-471B-B43F-B7A2DB919B3D}" dt="2026-10-10T14:39:56.058" v="288" actId="14100"/>
        <pc:sldMkLst>
          <pc:docMk/>
          <pc:sldMk cId="735472833" sldId="258"/>
        </pc:sldMkLst>
        <pc:spChg chg="mod">
          <ac:chgData name="parvathimakesh@gmail.com" userId="df81dba8e6badd0d" providerId="LiveId" clId="{A246DA7B-39BC-471B-B43F-B7A2DB919B3D}" dt="2026-10-09T18:08:10.337" v="122" actId="20577"/>
          <ac:spMkLst>
            <pc:docMk/>
            <pc:sldMk cId="735472833" sldId="258"/>
            <ac:spMk id="3" creationId="{4E927344-85D8-83ED-968A-4319856F4D7D}"/>
          </ac:spMkLst>
        </pc:spChg>
        <pc:spChg chg="add mod">
          <ac:chgData name="parvathimakesh@gmail.com" userId="df81dba8e6badd0d" providerId="LiveId" clId="{A246DA7B-39BC-471B-B43F-B7A2DB919B3D}" dt="2026-10-10T14:39:51.638" v="287" actId="14100"/>
          <ac:spMkLst>
            <pc:docMk/>
            <pc:sldMk cId="735472833" sldId="258"/>
            <ac:spMk id="7" creationId="{2E86B3FF-505C-B61C-2460-1AABDCD47D80}"/>
          </ac:spMkLst>
        </pc:spChg>
        <pc:spChg chg="add mod">
          <ac:chgData name="parvathimakesh@gmail.com" userId="df81dba8e6badd0d" providerId="LiveId" clId="{A246DA7B-39BC-471B-B43F-B7A2DB919B3D}" dt="2026-10-09T18:08:43.589" v="128" actId="1076"/>
          <ac:spMkLst>
            <pc:docMk/>
            <pc:sldMk cId="735472833" sldId="258"/>
            <ac:spMk id="9" creationId="{762DD050-B2C7-8278-1E05-39C0EF7E0363}"/>
          </ac:spMkLst>
        </pc:spChg>
        <pc:graphicFrameChg chg="add del mod modGraphic">
          <ac:chgData name="parvathimakesh@gmail.com" userId="df81dba8e6badd0d" providerId="LiveId" clId="{A246DA7B-39BC-471B-B43F-B7A2DB919B3D}" dt="2026-10-09T18:07:16.724" v="110" actId="478"/>
          <ac:graphicFrameMkLst>
            <pc:docMk/>
            <pc:sldMk cId="735472833" sldId="258"/>
            <ac:graphicFrameMk id="4" creationId="{D56C3650-84D4-7F97-F493-0B868A1634AD}"/>
          </ac:graphicFrameMkLst>
        </pc:graphicFrameChg>
        <pc:graphicFrameChg chg="del mod modGraphic">
          <ac:chgData name="parvathimakesh@gmail.com" userId="df81dba8e6badd0d" providerId="LiveId" clId="{A246DA7B-39BC-471B-B43F-B7A2DB919B3D}" dt="2026-10-09T18:04:26.153" v="107" actId="478"/>
          <ac:graphicFrameMkLst>
            <pc:docMk/>
            <pc:sldMk cId="735472833" sldId="258"/>
            <ac:graphicFrameMk id="8" creationId="{264E298E-B16B-3580-C804-17B4FF01A901}"/>
          </ac:graphicFrameMkLst>
        </pc:graphicFrameChg>
        <pc:picChg chg="add mod">
          <ac:chgData name="parvathimakesh@gmail.com" userId="df81dba8e6badd0d" providerId="LiveId" clId="{A246DA7B-39BC-471B-B43F-B7A2DB919B3D}" dt="2026-10-10T14:39:56.058" v="288" actId="14100"/>
          <ac:picMkLst>
            <pc:docMk/>
            <pc:sldMk cId="735472833" sldId="258"/>
            <ac:picMk id="6" creationId="{D1669555-30F0-4100-631E-7877CBE0BD50}"/>
          </ac:picMkLst>
        </pc:picChg>
        <pc:picChg chg="add del mod">
          <ac:chgData name="parvathimakesh@gmail.com" userId="df81dba8e6badd0d" providerId="LiveId" clId="{A246DA7B-39BC-471B-B43F-B7A2DB919B3D}" dt="2026-10-09T18:30:05.294" v="150" actId="478"/>
          <ac:picMkLst>
            <pc:docMk/>
            <pc:sldMk cId="735472833" sldId="258"/>
            <ac:picMk id="11" creationId="{544BFA01-D28D-856C-B4D6-EF922B040714}"/>
          </ac:picMkLst>
        </pc:picChg>
        <pc:picChg chg="add del mod">
          <ac:chgData name="parvathimakesh@gmail.com" userId="df81dba8e6badd0d" providerId="LiveId" clId="{A246DA7B-39BC-471B-B43F-B7A2DB919B3D}" dt="2026-10-10T14:35:00.597" v="273" actId="478"/>
          <ac:picMkLst>
            <pc:docMk/>
            <pc:sldMk cId="735472833" sldId="258"/>
            <ac:picMk id="13" creationId="{FCE1F0E1-D053-C04A-F125-0CB50A04C061}"/>
          </ac:picMkLst>
        </pc:picChg>
      </pc:sldChg>
      <pc:sldChg chg="addSp delSp modSp mod">
        <pc:chgData name="parvathimakesh@gmail.com" userId="df81dba8e6badd0d" providerId="LiveId" clId="{A246DA7B-39BC-471B-B43F-B7A2DB919B3D}" dt="2026-10-10T14:37:02.990" v="279" actId="2711"/>
        <pc:sldMkLst>
          <pc:docMk/>
          <pc:sldMk cId="947711755" sldId="259"/>
        </pc:sldMkLst>
        <pc:spChg chg="mod">
          <ac:chgData name="parvathimakesh@gmail.com" userId="df81dba8e6badd0d" providerId="LiveId" clId="{A246DA7B-39BC-471B-B43F-B7A2DB919B3D}" dt="2026-10-09T17:58:40.567" v="76" actId="113"/>
          <ac:spMkLst>
            <pc:docMk/>
            <pc:sldMk cId="947711755" sldId="259"/>
            <ac:spMk id="3" creationId="{F3F01857-1C9B-0228-C1A1-DD1FCB2F6468}"/>
          </ac:spMkLst>
        </pc:spChg>
        <pc:spChg chg="mod">
          <ac:chgData name="parvathimakesh@gmail.com" userId="df81dba8e6badd0d" providerId="LiveId" clId="{A246DA7B-39BC-471B-B43F-B7A2DB919B3D}" dt="2026-10-10T14:37:02.990" v="279" actId="2711"/>
          <ac:spMkLst>
            <pc:docMk/>
            <pc:sldMk cId="947711755" sldId="259"/>
            <ac:spMk id="4" creationId="{41B80D7A-BF78-11AE-69F0-77B53E9CF33D}"/>
          </ac:spMkLst>
        </pc:spChg>
        <pc:picChg chg="add">
          <ac:chgData name="parvathimakesh@gmail.com" userId="df81dba8e6badd0d" providerId="LiveId" clId="{A246DA7B-39BC-471B-B43F-B7A2DB919B3D}" dt="2026-10-09T18:30:53.312" v="159" actId="22"/>
          <ac:picMkLst>
            <pc:docMk/>
            <pc:sldMk cId="947711755" sldId="259"/>
            <ac:picMk id="7" creationId="{670C0D36-B116-D264-303B-4FBC0920E8EE}"/>
          </ac:picMkLst>
        </pc:picChg>
        <pc:picChg chg="del">
          <ac:chgData name="parvathimakesh@gmail.com" userId="df81dba8e6badd0d" providerId="LiveId" clId="{A246DA7B-39BC-471B-B43F-B7A2DB919B3D}" dt="2026-10-09T17:59:26.849" v="82" actId="478"/>
          <ac:picMkLst>
            <pc:docMk/>
            <pc:sldMk cId="947711755" sldId="259"/>
            <ac:picMk id="8" creationId="{F8EDDDC2-0F34-17F4-C228-BD47A620A030}"/>
          </ac:picMkLst>
        </pc:picChg>
      </pc:sldChg>
      <pc:sldChg chg="addSp delSp modSp mod">
        <pc:chgData name="parvathimakesh@gmail.com" userId="df81dba8e6badd0d" providerId="LiveId" clId="{A246DA7B-39BC-471B-B43F-B7A2DB919B3D}" dt="2026-10-10T14:41:01.425" v="294" actId="1076"/>
        <pc:sldMkLst>
          <pc:docMk/>
          <pc:sldMk cId="3247806125" sldId="260"/>
        </pc:sldMkLst>
        <pc:spChg chg="mod">
          <ac:chgData name="parvathimakesh@gmail.com" userId="df81dba8e6badd0d" providerId="LiveId" clId="{A246DA7B-39BC-471B-B43F-B7A2DB919B3D}" dt="2026-10-07T15:58:26.385" v="54" actId="255"/>
          <ac:spMkLst>
            <pc:docMk/>
            <pc:sldMk cId="3247806125" sldId="260"/>
            <ac:spMk id="3" creationId="{EB2E0611-8CB0-DB9E-1DE3-142A1CCCFD34}"/>
          </ac:spMkLst>
        </pc:spChg>
        <pc:spChg chg="mod">
          <ac:chgData name="parvathimakesh@gmail.com" userId="df81dba8e6badd0d" providerId="LiveId" clId="{A246DA7B-39BC-471B-B43F-B7A2DB919B3D}" dt="2026-10-09T18:10:03.332" v="135" actId="14100"/>
          <ac:spMkLst>
            <pc:docMk/>
            <pc:sldMk cId="3247806125" sldId="260"/>
            <ac:spMk id="4" creationId="{5227C1DD-FAC8-B2EA-86A2-4F3FC2454700}"/>
          </ac:spMkLst>
        </pc:spChg>
        <pc:picChg chg="del">
          <ac:chgData name="parvathimakesh@gmail.com" userId="df81dba8e6badd0d" providerId="LiveId" clId="{A246DA7B-39BC-471B-B43F-B7A2DB919B3D}" dt="2026-10-09T18:09:59.020" v="134" actId="478"/>
          <ac:picMkLst>
            <pc:docMk/>
            <pc:sldMk cId="3247806125" sldId="260"/>
            <ac:picMk id="7" creationId="{A4625091-128F-B9D4-57C0-E13B4A59AA2C}"/>
          </ac:picMkLst>
        </pc:picChg>
        <pc:picChg chg="add mod">
          <ac:chgData name="parvathimakesh@gmail.com" userId="df81dba8e6badd0d" providerId="LiveId" clId="{A246DA7B-39BC-471B-B43F-B7A2DB919B3D}" dt="2026-10-10T14:41:01.425" v="294" actId="1076"/>
          <ac:picMkLst>
            <pc:docMk/>
            <pc:sldMk cId="3247806125" sldId="260"/>
            <ac:picMk id="7" creationId="{C8ABE52D-E746-327E-2F29-0B073A4E6447}"/>
          </ac:picMkLst>
        </pc:picChg>
      </pc:sldChg>
      <pc:sldChg chg="modSp mod">
        <pc:chgData name="parvathimakesh@gmail.com" userId="df81dba8e6badd0d" providerId="LiveId" clId="{A246DA7B-39BC-471B-B43F-B7A2DB919B3D}" dt="2026-10-08T06:32:33.571" v="58" actId="207"/>
        <pc:sldMkLst>
          <pc:docMk/>
          <pc:sldMk cId="1197836875" sldId="261"/>
        </pc:sldMkLst>
        <pc:picChg chg="mod">
          <ac:chgData name="parvathimakesh@gmail.com" userId="df81dba8e6badd0d" providerId="LiveId" clId="{A246DA7B-39BC-471B-B43F-B7A2DB919B3D}" dt="2026-10-08T06:32:33.571" v="58" actId="207"/>
          <ac:picMkLst>
            <pc:docMk/>
            <pc:sldMk cId="1197836875" sldId="261"/>
            <ac:picMk id="2" creationId="{F3B82D93-3368-1D7A-D096-A8531A5C81F5}"/>
          </ac:picMkLst>
        </pc:picChg>
      </pc:sldChg>
      <pc:sldChg chg="addSp delSp modSp mod ord">
        <pc:chgData name="parvathimakesh@gmail.com" userId="df81dba8e6badd0d" providerId="LiveId" clId="{A246DA7B-39BC-471B-B43F-B7A2DB919B3D}" dt="2026-10-10T14:37:20.420" v="282" actId="2711"/>
        <pc:sldMkLst>
          <pc:docMk/>
          <pc:sldMk cId="37021528" sldId="262"/>
        </pc:sldMkLst>
        <pc:spChg chg="mod">
          <ac:chgData name="parvathimakesh@gmail.com" userId="df81dba8e6badd0d" providerId="LiveId" clId="{A246DA7B-39BC-471B-B43F-B7A2DB919B3D}" dt="2026-10-09T18:32:25.668" v="168"/>
          <ac:spMkLst>
            <pc:docMk/>
            <pc:sldMk cId="37021528" sldId="262"/>
            <ac:spMk id="3" creationId="{D737DCA3-4394-2202-7372-4605337E872C}"/>
          </ac:spMkLst>
        </pc:spChg>
        <pc:spChg chg="mod">
          <ac:chgData name="parvathimakesh@gmail.com" userId="df81dba8e6badd0d" providerId="LiveId" clId="{A246DA7B-39BC-471B-B43F-B7A2DB919B3D}" dt="2026-10-10T14:37:20.420" v="282" actId="2711"/>
          <ac:spMkLst>
            <pc:docMk/>
            <pc:sldMk cId="37021528" sldId="262"/>
            <ac:spMk id="4" creationId="{2D1D59C6-BC67-B0FD-83A6-217D2D5E9F03}"/>
          </ac:spMkLst>
        </pc:spChg>
        <pc:picChg chg="add del mod">
          <ac:chgData name="parvathimakesh@gmail.com" userId="df81dba8e6badd0d" providerId="LiveId" clId="{A246DA7B-39BC-471B-B43F-B7A2DB919B3D}" dt="2026-10-09T18:22:59.324" v="142" actId="478"/>
          <ac:picMkLst>
            <pc:docMk/>
            <pc:sldMk cId="37021528" sldId="262"/>
            <ac:picMk id="7" creationId="{F3AA0863-53DE-1BD6-DCA4-3091B1047A74}"/>
          </ac:picMkLst>
        </pc:picChg>
        <pc:picChg chg="add del mod">
          <ac:chgData name="parvathimakesh@gmail.com" userId="df81dba8e6badd0d" providerId="LiveId" clId="{A246DA7B-39BC-471B-B43F-B7A2DB919B3D}" dt="2026-10-09T18:31:49.631" v="160" actId="478"/>
          <ac:picMkLst>
            <pc:docMk/>
            <pc:sldMk cId="37021528" sldId="262"/>
            <ac:picMk id="8" creationId="{70596FDA-D6DA-72EA-3F03-DA76C76B206A}"/>
          </ac:picMkLst>
        </pc:picChg>
        <pc:picChg chg="add mod">
          <ac:chgData name="parvathimakesh@gmail.com" userId="df81dba8e6badd0d" providerId="LiveId" clId="{A246DA7B-39BC-471B-B43F-B7A2DB919B3D}" dt="2026-10-09T18:32:06.555" v="165" actId="14100"/>
          <ac:picMkLst>
            <pc:docMk/>
            <pc:sldMk cId="37021528" sldId="262"/>
            <ac:picMk id="10" creationId="{CAC805F6-7A2A-D587-6FB4-1BF4F700B72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14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55FD-98A6-BDC0-1B95-2DCFED69D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AB12C-9167-25C6-79C0-E580CE75A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34463-2BC5-BCB7-2517-7A8D064A9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F7135-AB99-58B3-2F1A-AAC1CECD9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21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C404-60E5-7E6F-73E5-A834B500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075EC-0283-723F-2BCC-C3ACF6856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7572A-8AFA-7E36-23A7-B88D3E710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4F2E4-3B14-52CA-D6F3-DF969FC12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813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3747-3745-0BAD-B1B9-1AD07D2B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D3C53-45AA-EFBD-D592-2FE0A36D6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81B04-21FB-D4C8-5F75-6C2A45661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CB7B5-6EBD-D441-6202-511D33CE9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71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34EE-0255-D605-8C1D-6139CD16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B3CBE-35BA-DA72-1F77-BE59634B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360E1-A020-2984-53D3-5269EED61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CA1C8-EA0C-6ACE-AF49-89D562263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45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9D412-B869-2214-5E5B-C03162FA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9B2CF-0E21-058F-5A95-72F8E940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FBFC3-9FD7-F4A9-AA0F-5BA17DBE8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6C787-BD08-C910-1B25-FC6F77F580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9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803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7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3475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5939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7071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223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462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661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66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248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79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009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22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0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3271" y="2788461"/>
            <a:ext cx="14461956" cy="220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CAESAR AND VIGENÈRE CIPHERS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634C9-D18C-950C-99EE-7DE6B4C083D9}"/>
              </a:ext>
            </a:extLst>
          </p:cNvPr>
          <p:cNvSpPr txBox="1"/>
          <p:nvPr/>
        </p:nvSpPr>
        <p:spPr>
          <a:xfrm>
            <a:off x="10876547" y="6135930"/>
            <a:ext cx="3753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PRESENTED BY:</a:t>
            </a:r>
          </a:p>
          <a:p>
            <a:endParaRPr lang="en-IN" b="1" u="sng" dirty="0"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M.RAMPRASADH(192511355)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7C925-9AB3-184C-E3E6-5AD0877CE5C2}"/>
              </a:ext>
            </a:extLst>
          </p:cNvPr>
          <p:cNvSpPr txBox="1"/>
          <p:nvPr/>
        </p:nvSpPr>
        <p:spPr>
          <a:xfrm>
            <a:off x="965244" y="6167266"/>
            <a:ext cx="3573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UNDER THE GUIDANCE OF </a:t>
            </a:r>
            <a:r>
              <a:rPr lang="en-IN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:</a:t>
            </a:r>
          </a:p>
          <a:p>
            <a:endParaRPr lang="en-IN" b="1" dirty="0"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DR.C.SIVASANKAR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55363EE-E3E7-E066-AD39-D7FFB786D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43" y="-353961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pic>
        <p:nvPicPr>
          <p:cNvPr id="1025" name="Picture 18">
            <a:extLst>
              <a:ext uri="{FF2B5EF4-FFF2-40B4-BE49-F238E27FC236}">
                <a16:creationId xmlns:a16="http://schemas.microsoft.com/office/drawing/2014/main" id="{8FDA7398-281A-F3AD-CCCA-AFEF18D2F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03239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0461D2-4DA6-137F-FBA3-65FA2074600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779242" y="44245"/>
            <a:ext cx="1519555" cy="13423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4A9B3-BC82-BC89-20A4-8E8BEF17D004}"/>
              </a:ext>
            </a:extLst>
          </p:cNvPr>
          <p:cNvSpPr txBox="1"/>
          <p:nvPr/>
        </p:nvSpPr>
        <p:spPr>
          <a:xfrm>
            <a:off x="306805" y="4129899"/>
            <a:ext cx="133069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algn="ctr"/>
            <a:endParaRPr lang="en-IN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CSA5112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CRYPPTOGRAPHY AND NETWORK SECURITY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832CB-CCB1-47F3-7284-4188C7FC9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363" y="373379"/>
            <a:ext cx="8458200" cy="10109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851D47-82E5-4939-04C3-984902BDF010}"/>
              </a:ext>
            </a:extLst>
          </p:cNvPr>
          <p:cNvSpPr txBox="1"/>
          <p:nvPr/>
        </p:nvSpPr>
        <p:spPr>
          <a:xfrm>
            <a:off x="3893270" y="1695569"/>
            <a:ext cx="6643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99964" y="524497"/>
            <a:ext cx="44304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ea typeface="IBM Plex Sans Medium" pitchFamily="34" charset="-122"/>
                <a:cs typeface="Times New Roman" panose="02020603050405020304" pitchFamily="18" charset="0"/>
              </a:rPr>
              <a:t>INTRODUCTION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DAC0B-F8B5-EACD-84C6-1DBC61A673C9}"/>
              </a:ext>
            </a:extLst>
          </p:cNvPr>
          <p:cNvSpPr txBox="1"/>
          <p:nvPr/>
        </p:nvSpPr>
        <p:spPr>
          <a:xfrm>
            <a:off x="1303506" y="1981695"/>
            <a:ext cx="8226929" cy="542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substitution cipher is an encryption technique in which each plaintext letter is replaced with another letter according to a rule or key.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 The original readable message.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 The encrypted, unreadable message.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 The value or keyword used to encrypt and decrypt the message.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uses a fixed letter shift, whereas Vigenère cipher uses a repeating keyword to change the shifts.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68EEA70C-E400-89AF-F003-9C3736D58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3726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6B348-C40E-07F3-5D9B-07501F28892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942402" y="44245"/>
            <a:ext cx="1519555" cy="1342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0713AD-4A11-7D85-5E7F-AE74D7931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97" y="2079153"/>
            <a:ext cx="5373278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849E0-C84A-1633-BFB7-5897F2D9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3F01857-1C9B-0228-C1A1-DD1FCB2F6468}"/>
              </a:ext>
            </a:extLst>
          </p:cNvPr>
          <p:cNvSpPr/>
          <p:nvPr/>
        </p:nvSpPr>
        <p:spPr>
          <a:xfrm>
            <a:off x="5099964" y="524497"/>
            <a:ext cx="44304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80D7A-BF78-11AE-69F0-77B53E9CF33D}"/>
              </a:ext>
            </a:extLst>
          </p:cNvPr>
          <p:cNvSpPr txBox="1"/>
          <p:nvPr/>
        </p:nvSpPr>
        <p:spPr>
          <a:xfrm>
            <a:off x="977506" y="2095711"/>
            <a:ext cx="935427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replaces each plaintext letter with another letter shifted by a fixed number of positions.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numerical key determines the shift.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key 3, each letter shifts three positions forward.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 \(C=(P+K)\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26\)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Decryption: \(P=(C-K+26)\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26\)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produces ciphertext; decryption recovers plaintext.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HELLO → KHOOR (Key = 3)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educational puzzles to demonstrate basic encryption and decryption.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F473C766-6568-3CCE-C191-D26BFCB3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3726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1A78BE-5A21-5FFD-CB4E-96D0E61AE4F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942402" y="44245"/>
            <a:ext cx="1519555" cy="1342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C0D36-B116-D264-303B-4FBC0920E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485" y="2049774"/>
            <a:ext cx="400130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1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125E-D284-2596-9DBC-4C3B26EFD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737DCA3-4394-2202-7372-4605337E872C}"/>
              </a:ext>
            </a:extLst>
          </p:cNvPr>
          <p:cNvSpPr/>
          <p:nvPr/>
        </p:nvSpPr>
        <p:spPr>
          <a:xfrm>
            <a:off x="4694611" y="539947"/>
            <a:ext cx="44304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D59C6-BC67-B0FD-83A6-217D2D5E9F03}"/>
              </a:ext>
            </a:extLst>
          </p:cNvPr>
          <p:cNvSpPr txBox="1"/>
          <p:nvPr/>
        </p:nvSpPr>
        <p:spPr>
          <a:xfrm>
            <a:off x="1190386" y="2217365"/>
            <a:ext cx="908483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 is a substitution technique that uses a keyword to encrypt a message.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keyword repeats to match the length of the plaintext.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is shifted according to the corresponding key letter.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 \(C=(P+K)\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26\)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Decryption: \(P=(C-K+26)\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26\)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multiple shifts, making it stronger than a Caesar cipher against simple attacks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cryptography challenges to demonstrate keyword-based encryption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CB5DD7F1-170F-4E4A-30CD-5FDC3E314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3726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9BC3DC-F3FF-4772-5929-3E89A892F4F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942402" y="44245"/>
            <a:ext cx="1519555" cy="1342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C805F6-7A2A-D587-6FB4-1BF4F700B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949" y="1895934"/>
            <a:ext cx="4449452" cy="57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1094D-BD85-11D4-04EF-E6C8BD49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E927344-85D8-83ED-968A-4319856F4D7D}"/>
              </a:ext>
            </a:extLst>
          </p:cNvPr>
          <p:cNvSpPr/>
          <p:nvPr/>
        </p:nvSpPr>
        <p:spPr>
          <a:xfrm>
            <a:off x="5099964" y="524497"/>
            <a:ext cx="44304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F27EA0E5-90B4-ADC1-E3E6-A8CDDEB2C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3726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DB598D-A71E-0D34-19F6-D06B87CDA86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942402" y="44245"/>
            <a:ext cx="1519555" cy="134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86B3FF-505C-B61C-2460-1AABDCD47D80}"/>
              </a:ext>
            </a:extLst>
          </p:cNvPr>
          <p:cNvSpPr txBox="1"/>
          <p:nvPr/>
        </p:nvSpPr>
        <p:spPr>
          <a:xfrm>
            <a:off x="1218666" y="2230169"/>
            <a:ext cx="8754894" cy="463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uses a fixed shift, while Vigenère uses multiple shifts.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uses a numerical key, whereas Vigenère uses a keyword.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is simple to implement, while Vigenère is more complex.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is vulnerable to brute-force attacks; Vigenère resists simple frequency analysis more effectively.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offers better historical security, but both are unsuitable for modern data protection.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DD050-B2C7-8278-1E05-39C0EF7E0363}"/>
              </a:ext>
            </a:extLst>
          </p:cNvPr>
          <p:cNvSpPr txBox="1"/>
          <p:nvPr/>
        </p:nvSpPr>
        <p:spPr>
          <a:xfrm>
            <a:off x="2441543" y="454042"/>
            <a:ext cx="101656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VS VIGENÈRE CIPHER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669555-30F0-4100-631E-7877CBE0B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4961" y="2130458"/>
            <a:ext cx="4515439" cy="534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7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5AC93-52AA-F72E-D8DF-10A82579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B2E0611-8CB0-DB9E-1DE3-142A1CCCFD34}"/>
              </a:ext>
            </a:extLst>
          </p:cNvPr>
          <p:cNvSpPr/>
          <p:nvPr/>
        </p:nvSpPr>
        <p:spPr>
          <a:xfrm>
            <a:off x="5099964" y="524497"/>
            <a:ext cx="44304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7C1DD-FAC8-B2EA-86A2-4F3FC2454700}"/>
              </a:ext>
            </a:extLst>
          </p:cNvPr>
          <p:cNvSpPr txBox="1"/>
          <p:nvPr/>
        </p:nvSpPr>
        <p:spPr>
          <a:xfrm>
            <a:off x="1303506" y="1981695"/>
            <a:ext cx="8358967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and Vigenère are classical substitution ciphers used to understand encryption.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easily broken because of its limited key possibilities.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improves security by using multiple letter shifts.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keywords can make Vigenère vulnerable to cryptanalysis.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encryption algorithms provide stronger protection for sensitive data.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291DB8B8-4243-980F-C88C-97573FDFC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3726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43A26-5453-EAA7-4449-F527F695D62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942402" y="44245"/>
            <a:ext cx="1519555" cy="1342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ABE52D-E746-327E-2F29-0B073A4E6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435" y="2171428"/>
            <a:ext cx="5099965" cy="463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0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1A9E-25EC-6FCF-3DD8-5220AFAF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ank You Background&quot; Images – Browse 10,963 Stock Photos ...">
            <a:extLst>
              <a:ext uri="{FF2B5EF4-FFF2-40B4-BE49-F238E27FC236}">
                <a16:creationId xmlns:a16="http://schemas.microsoft.com/office/drawing/2014/main" id="{74FA6C73-945E-20EA-6D92-07431A8B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081" y="0"/>
            <a:ext cx="14709481" cy="82295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410D275-F3CD-BD9C-73D4-5C60162FED11}"/>
              </a:ext>
            </a:extLst>
          </p:cNvPr>
          <p:cNvSpPr/>
          <p:nvPr/>
        </p:nvSpPr>
        <p:spPr>
          <a:xfrm>
            <a:off x="5099964" y="524497"/>
            <a:ext cx="44304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F3B82D93-3368-1D7A-D096-A8531A5C8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3" y="137266"/>
            <a:ext cx="1135063" cy="1341438"/>
          </a:xfrm>
          <a:prstGeom prst="rect">
            <a:avLst/>
          </a:prstGeom>
          <a:solidFill>
            <a:schemeClr val="accent1">
              <a:alpha val="99000"/>
            </a:schemeClr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58C7C2-401A-6CFE-C5B0-4A3DE1832B3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2942402" y="4424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3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1003</TotalTime>
  <Words>418</Words>
  <Application>Microsoft Office PowerPoint</Application>
  <PresentationFormat>Custom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Calibri</vt:lpstr>
      <vt:lpstr>Calibri Light</vt:lpstr>
      <vt:lpstr>Wingdings</vt:lpstr>
      <vt:lpstr>Arial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RAMPRASADH MAKESH</dc:creator>
  <cp:lastModifiedBy>parvathimakesh@gmail.com</cp:lastModifiedBy>
  <cp:revision>3</cp:revision>
  <dcterms:created xsi:type="dcterms:W3CDTF">2026-02-18T05:45:55Z</dcterms:created>
  <dcterms:modified xsi:type="dcterms:W3CDTF">2026-10-10T14:41:12Z</dcterms:modified>
</cp:coreProperties>
</file>